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shit Gajera" userId="1a86971af72e6723" providerId="LiveId" clId="{4D99E4C7-2D1D-42BA-B99D-34D6AD6E888B}"/>
    <pc:docChg chg="modSld">
      <pc:chgData name="Rakshit Gajera" userId="1a86971af72e6723" providerId="LiveId" clId="{4D99E4C7-2D1D-42BA-B99D-34D6AD6E888B}" dt="2026-09-29T13:38:01.032" v="0" actId="1036"/>
      <pc:docMkLst>
        <pc:docMk/>
      </pc:docMkLst>
      <pc:sldChg chg="modSp mod">
        <pc:chgData name="Rakshit Gajera" userId="1a86971af72e6723" providerId="LiveId" clId="{4D99E4C7-2D1D-42BA-B99D-34D6AD6E888B}" dt="2026-09-29T13:38:01.032" v="0" actId="1036"/>
        <pc:sldMkLst>
          <pc:docMk/>
          <pc:sldMk cId="0" sldId="281"/>
        </pc:sldMkLst>
        <pc:spChg chg="mod">
          <ac:chgData name="Rakshit Gajera" userId="1a86971af72e6723" providerId="LiveId" clId="{4D99E4C7-2D1D-42BA-B99D-34D6AD6E888B}" dt="2026-09-29T13:38:01.032" v="0" actId="1036"/>
          <ac:spMkLst>
            <pc:docMk/>
            <pc:sldMk cId="0" sldId="281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6264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Rakshit Gajera</cp:lastModifiedBy>
  <cp:revision>148</cp:revision>
  <dcterms:created xsi:type="dcterms:W3CDTF">2013-12-12T18:46:50Z</dcterms:created>
  <dcterms:modified xsi:type="dcterms:W3CDTF">2026-09-29T13:38:11Z</dcterms:modified>
  <cp:category/>
</cp:coreProperties>
</file>